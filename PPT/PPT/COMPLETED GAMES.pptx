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68" r:id="rId4"/>
  </p:sldMasterIdLst>
  <p:notesMasterIdLst>
    <p:notesMasterId r:id="rId25"/>
  </p:notesMasterIdLst>
  <p:handoutMasterIdLst>
    <p:handoutMasterId r:id="rId26"/>
  </p:handoutMasterIdLst>
  <p:sldIdLst>
    <p:sldId id="330" r:id="rId5"/>
    <p:sldId id="352" r:id="rId6"/>
    <p:sldId id="333" r:id="rId7"/>
    <p:sldId id="357" r:id="rId8"/>
    <p:sldId id="359" r:id="rId9"/>
    <p:sldId id="361" r:id="rId10"/>
    <p:sldId id="367" r:id="rId11"/>
    <p:sldId id="370" r:id="rId12"/>
    <p:sldId id="371" r:id="rId13"/>
    <p:sldId id="374" r:id="rId14"/>
    <p:sldId id="376" r:id="rId15"/>
    <p:sldId id="378" r:id="rId16"/>
    <p:sldId id="403" r:id="rId17"/>
    <p:sldId id="384" r:id="rId18"/>
    <p:sldId id="389" r:id="rId19"/>
    <p:sldId id="390" r:id="rId20"/>
    <p:sldId id="391" r:id="rId21"/>
    <p:sldId id="392" r:id="rId22"/>
    <p:sldId id="415" r:id="rId23"/>
    <p:sldId id="33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88" autoAdjust="0"/>
    <p:restoredTop sz="85316" autoAdjust="0"/>
  </p:normalViewPr>
  <p:slideViewPr>
    <p:cSldViewPr snapToGrid="0">
      <p:cViewPr varScale="1">
        <p:scale>
          <a:sx n="96" d="100"/>
          <a:sy n="96" d="100"/>
        </p:scale>
        <p:origin x="544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4CB405-BC11-414E-B0F4-9E1C4642FE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A09E4-E76E-43B1-9270-846FE19D3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A57E1-CEB3-4C96-B7C6-36B0FA3064E4}" type="datetimeFigureOut">
              <a:rPr lang="en-US" smtClean="0"/>
              <a:t>12/1/2024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91962-6490-4685-B760-76A1628AD5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97A7F-1461-4B81-83F2-8C494CFB80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51C3-EABD-4553-9DC0-81CFC2A7F3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6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BBD7-2276-4DDA-BFFE-26CAACEE5E98}" type="datetimeFigureOut">
              <a:rPr lang="en-US" smtClean="0"/>
              <a:t>12/1/2024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79F17-7BA4-49BC-BB37-7F646CF8D2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772" y="1793289"/>
            <a:ext cx="3010925" cy="3373515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23228AD-A556-C433-B2EA-87D97B6FF6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2975" y="3086826"/>
            <a:ext cx="5667049" cy="2079978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976" y="1793289"/>
            <a:ext cx="5658458" cy="1127125"/>
          </a:xfrm>
        </p:spPr>
        <p:txBody>
          <a:bodyPr lIns="0" tIns="0" rIns="0" b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4557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925" y="1582977"/>
            <a:ext cx="3978939" cy="1946607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12" y="2347118"/>
            <a:ext cx="5161563" cy="2304791"/>
          </a:xfrm>
        </p:spPr>
        <p:txBody>
          <a:bodyPr lIns="0" tIns="0" rIns="0" bIns="0" anchor="ctr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8000" cap="all" spc="-15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7BC5E0-03EB-A193-1303-34484219ED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2614" y="5010341"/>
            <a:ext cx="9501187" cy="1139447"/>
          </a:xfrm>
        </p:spPr>
        <p:txBody>
          <a:bodyPr/>
          <a:lstStyle>
            <a:lvl1pPr marL="0" indent="0" algn="ctr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0567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82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BDEA8563-2200-B57E-810F-41DD854A67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90863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0864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30D9652-C4A0-E049-3F65-924827826F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8558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8559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39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3438143"/>
            <a:ext cx="3439598" cy="263152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89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007489C8-C2F6-7874-81E6-FAF3CB72CD3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82575" y="1634085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075" y="560048"/>
            <a:ext cx="4622471" cy="2384319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A41ABB58-FB44-EE86-1061-E95F873917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9076" y="3089598"/>
            <a:ext cx="3577916" cy="49377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 cap="all" baseline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076" y="3631142"/>
            <a:ext cx="2721367" cy="2631523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8C33102-C0D9-31A0-A7A1-2BAC395320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5640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93024" y="1634086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5D171A2-DD04-FA64-A705-BE5D0C937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6088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08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20493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D1BC8852-D44A-D95C-9A79-F92DD4EC2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2131" y="425139"/>
            <a:ext cx="3164770" cy="2403406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8E62040-BF32-845C-9224-98B69005FC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130" y="3075681"/>
            <a:ext cx="3164764" cy="1376398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11" descr="picture placeholder">
            <a:extLst>
              <a:ext uri="{FF2B5EF4-FFF2-40B4-BE49-F238E27FC236}">
                <a16:creationId xmlns:a16="http://schemas.microsoft.com/office/drawing/2014/main" id="{7D19173E-BF72-7982-B9A1-FE487C1188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42131" y="4721601"/>
            <a:ext cx="3522392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11" descr="picture placeholder">
            <a:extLst>
              <a:ext uri="{FF2B5EF4-FFF2-40B4-BE49-F238E27FC236}">
                <a16:creationId xmlns:a16="http://schemas.microsoft.com/office/drawing/2014/main" id="{D51C203A-3A92-6BC5-A236-DBB70B517E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21959" y="1"/>
            <a:ext cx="3925538" cy="293300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1" descr="picture placeholder">
            <a:extLst>
              <a:ext uri="{FF2B5EF4-FFF2-40B4-BE49-F238E27FC236}">
                <a16:creationId xmlns:a16="http://schemas.microsoft.com/office/drawing/2014/main" id="{BA8C2200-B8F4-7A2E-4F97-B31B53D38A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921959" y="3082045"/>
            <a:ext cx="2262279" cy="1465065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290D66C-EBB5-C620-E71D-0FBB89C557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21959" y="4721601"/>
            <a:ext cx="2262279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11" descr="picture placeholder">
            <a:extLst>
              <a:ext uri="{FF2B5EF4-FFF2-40B4-BE49-F238E27FC236}">
                <a16:creationId xmlns:a16="http://schemas.microsoft.com/office/drawing/2014/main" id="{4AAF9077-F4CB-6EB4-F15E-CA235E89EB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6534" y="335197"/>
            <a:ext cx="2301704" cy="259781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720F3E71-0F7F-4FA9-5236-34EDD2EEC7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37475" y="3082045"/>
            <a:ext cx="4854525" cy="297847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8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8004" y="890011"/>
            <a:ext cx="10963996" cy="517051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9F0849-FB1F-B511-68E2-73CBF63D6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196" y="649990"/>
            <a:ext cx="10126933" cy="425138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7A013-657B-B1EA-05D7-FCFD2EA6E6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406" y="5856042"/>
            <a:ext cx="10126918" cy="425138"/>
          </a:xfrm>
        </p:spPr>
        <p:txBody>
          <a:bodyPr lIns="0" tIns="0" rIns="0" bIns="0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480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</a:defRPr>
            </a:lvl1pPr>
            <a:lvl2pPr marL="4572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2pPr>
            <a:lvl3pPr marL="9144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3pPr>
            <a:lvl4pPr marL="13716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4pPr>
            <a:lvl5pPr marL="18288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76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1F475-EF10-D813-0860-75BE8B40BF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6835" y="3429000"/>
            <a:ext cx="3439596" cy="43497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4083247"/>
            <a:ext cx="3439598" cy="2040209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98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9581" y="2160494"/>
            <a:ext cx="6058564" cy="469750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6150" y="596200"/>
            <a:ext cx="4758948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04041" y="900724"/>
            <a:ext cx="3439597" cy="2392155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5745" y="3292881"/>
            <a:ext cx="2967893" cy="223834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7E41109A-8BEA-FEB0-7ED8-F6C1DB5D4B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041" y="5703628"/>
            <a:ext cx="3523517" cy="35542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9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with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7C4070-4CFF-FDA7-C0F7-167D09EE7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3710" y="1288398"/>
            <a:ext cx="10071100" cy="46672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085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2783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Picture Placeholder 11" descr="picture placeholder">
            <a:extLst>
              <a:ext uri="{FF2B5EF4-FFF2-40B4-BE49-F238E27FC236}">
                <a16:creationId xmlns:a16="http://schemas.microsoft.com/office/drawing/2014/main" id="{6056702D-014D-8146-A1CF-42D52C1D1B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42912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291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Picture Placeholder 11" descr="picture placeholder">
            <a:extLst>
              <a:ext uri="{FF2B5EF4-FFF2-40B4-BE49-F238E27FC236}">
                <a16:creationId xmlns:a16="http://schemas.microsoft.com/office/drawing/2014/main" id="{1AE62733-AF33-D10E-D484-04859AC2A44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0379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3798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3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370" y="613839"/>
            <a:ext cx="4833725" cy="1713677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4441" y="2187388"/>
            <a:ext cx="5863703" cy="4670613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3448" y="3156285"/>
            <a:ext cx="3733521" cy="3292500"/>
          </a:xfrm>
        </p:spPr>
        <p:txBody>
          <a:bodyPr lIns="0" tIns="0" rIns="0" bIns="0"/>
          <a:lstStyle>
            <a:lvl1pPr marL="0" indent="0" algn="l">
              <a:buClr>
                <a:schemeClr val="bg1"/>
              </a:buClr>
              <a:buFont typeface="Courier New" panose="02070309020205020404" pitchFamily="49" charset="0"/>
              <a:buNone/>
              <a:defRPr sz="4800" b="0" i="0" u="sng">
                <a:solidFill>
                  <a:schemeClr val="accent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74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7865" y="2565736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en-US" dirty="0"/>
              <a:t>DIGITAL TIME CAPSULE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2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8" r:id="rId1"/>
    <p:sldLayoutId id="2147484209" r:id="rId2"/>
    <p:sldLayoutId id="2147484210" r:id="rId3"/>
    <p:sldLayoutId id="2147484211" r:id="rId4"/>
    <p:sldLayoutId id="2147484212" r:id="rId5"/>
    <p:sldLayoutId id="2147484200" r:id="rId6"/>
    <p:sldLayoutId id="2147484213" r:id="rId7"/>
    <p:sldLayoutId id="2147484214" r:id="rId8"/>
    <p:sldLayoutId id="2147484215" r:id="rId9"/>
    <p:sldLayoutId id="2147484216" r:id="rId10"/>
    <p:sldLayoutId id="2147484217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all" baseline="0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1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FC7B-7008-CF79-CA61-501AE40E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3705"/>
            <a:ext cx="12192000" cy="5208433"/>
          </a:xfrm>
        </p:spPr>
        <p:txBody>
          <a:bodyPr/>
          <a:lstStyle/>
          <a:p>
            <a:pPr algn="ctr"/>
            <a:r>
              <a:rPr lang="en-US" sz="10000" dirty="0">
                <a:latin typeface="Akira Expanded" panose="02000800000000000000" pitchFamily="50" charset="0"/>
              </a:rPr>
              <a:t>COMPLETED</a:t>
            </a:r>
            <a:br>
              <a:rPr lang="en-US" sz="10000" dirty="0">
                <a:latin typeface="Akira Expanded" panose="02000800000000000000" pitchFamily="50" charset="0"/>
              </a:rPr>
            </a:br>
            <a:r>
              <a:rPr lang="en-US" sz="10000" dirty="0">
                <a:latin typeface="Akira Expanded" panose="02000800000000000000" pitchFamily="50" charset="0"/>
              </a:rPr>
              <a:t>GAME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9A54E3B-9532-F8C3-7CA2-5F01B396933C}"/>
              </a:ext>
            </a:extLst>
          </p:cNvPr>
          <p:cNvSpPr txBox="1">
            <a:spLocks/>
          </p:cNvSpPr>
          <p:nvPr/>
        </p:nvSpPr>
        <p:spPr>
          <a:xfrm>
            <a:off x="4990384" y="4770781"/>
            <a:ext cx="2339009" cy="782207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80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800" dirty="0">
                <a:latin typeface="Akira Expanded" panose="02000800000000000000" pitchFamily="50" charset="0"/>
              </a:rPr>
              <a:t>BY ATHUL K M</a:t>
            </a:r>
          </a:p>
          <a:p>
            <a:pPr algn="ctr"/>
            <a:r>
              <a:rPr lang="en-US" sz="1800" dirty="0">
                <a:latin typeface="Akira Expanded" panose="02000800000000000000" pitchFamily="50" charset="0"/>
              </a:rPr>
              <a:t>MSC GT</a:t>
            </a:r>
          </a:p>
        </p:txBody>
      </p:sp>
    </p:spTree>
    <p:extLst>
      <p:ext uri="{BB962C8B-B14F-4D97-AF65-F5344CB8AC3E}">
        <p14:creationId xmlns:p14="http://schemas.microsoft.com/office/powerpoint/2010/main" val="2663399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F5E16D3-4028-AA0C-A7D9-8AB40A05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749" y="348931"/>
            <a:ext cx="6809847" cy="434407"/>
          </a:xfrm>
        </p:spPr>
        <p:txBody>
          <a:bodyPr/>
          <a:lstStyle/>
          <a:p>
            <a:r>
              <a:rPr lang="en-US" sz="3200" dirty="0">
                <a:latin typeface="Akira Expanded" panose="02000800000000000000" pitchFamily="50" charset="0"/>
              </a:rPr>
              <a:t>Types of genres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0139FC-6BF8-0C24-E11A-B01D1A7D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7997084-C804-BE29-03B5-70A2DB2AE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GAME GENERS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10CF3D02-C9C1-C191-07E9-7E8239E168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9748" y="890014"/>
            <a:ext cx="5216251" cy="386076"/>
          </a:xfrm>
        </p:spPr>
        <p:txBody>
          <a:bodyPr/>
          <a:lstStyle/>
          <a:p>
            <a:pPr marL="0" indent="0">
              <a:buNone/>
            </a:pPr>
            <a:r>
              <a:rPr lang="en-US" sz="1800" b="0" i="0" dirty="0">
                <a:effectLst/>
                <a:latin typeface="+mj-lt"/>
              </a:rPr>
              <a:t>Some of the popular game genres are</a:t>
            </a:r>
            <a:endParaRPr lang="en-US" sz="1800" dirty="0">
              <a:latin typeface="+mj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ECD5C2BA-6160-8176-64A3-E1A6B5E8D207}"/>
              </a:ext>
            </a:extLst>
          </p:cNvPr>
          <p:cNvSpPr txBox="1">
            <a:spLocks/>
          </p:cNvSpPr>
          <p:nvPr/>
        </p:nvSpPr>
        <p:spPr>
          <a:xfrm>
            <a:off x="879747" y="1003273"/>
            <a:ext cx="3008671" cy="5246713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2d platformers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Shooter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Simulation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Puzzle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Sports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Strategy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Stealth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sandbox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15867FBA-C2F7-6913-0D6B-CFBF141276D4}"/>
              </a:ext>
            </a:extLst>
          </p:cNvPr>
          <p:cNvSpPr txBox="1">
            <a:spLocks/>
          </p:cNvSpPr>
          <p:nvPr/>
        </p:nvSpPr>
        <p:spPr>
          <a:xfrm>
            <a:off x="4284672" y="1424098"/>
            <a:ext cx="3008671" cy="4405062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Survival game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Battle royale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Role playing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kira Expanded" panose="02000800000000000000" pitchFamily="50" charset="0"/>
              </a:rPr>
              <a:t>Mmorpg</a:t>
            </a: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Casino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kira Expanded" panose="02000800000000000000" pitchFamily="50" charset="0"/>
              </a:rPr>
              <a:t>Moba</a:t>
            </a: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Board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Casual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Hyper casual</a:t>
            </a:r>
          </a:p>
        </p:txBody>
      </p:sp>
      <p:sp>
        <p:nvSpPr>
          <p:cNvPr id="12" name="Title 8">
            <a:extLst>
              <a:ext uri="{FF2B5EF4-FFF2-40B4-BE49-F238E27FC236}">
                <a16:creationId xmlns:a16="http://schemas.microsoft.com/office/drawing/2014/main" id="{C6D321DC-6FB7-3682-FC43-D761C0DBF81D}"/>
              </a:ext>
            </a:extLst>
          </p:cNvPr>
          <p:cNvSpPr txBox="1">
            <a:spLocks/>
          </p:cNvSpPr>
          <p:nvPr/>
        </p:nvSpPr>
        <p:spPr>
          <a:xfrm>
            <a:off x="7689596" y="867796"/>
            <a:ext cx="3879542" cy="3339838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fighting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Rhythm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Action adventure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Survival horror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Visual novels</a:t>
            </a:r>
          </a:p>
          <a:p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Education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975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BAB316-31AE-96FE-7566-0845D070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686" y="-111746"/>
            <a:ext cx="7958038" cy="1328387"/>
          </a:xfrm>
        </p:spPr>
        <p:txBody>
          <a:bodyPr/>
          <a:lstStyle/>
          <a:p>
            <a:r>
              <a:rPr lang="en-US" dirty="0">
                <a:latin typeface="Akira Expanded" panose="02000800000000000000" pitchFamily="50" charset="0"/>
              </a:rPr>
              <a:t>2d platformers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89EAAF-B063-6C60-08AA-ACF274EFF3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3686" y="936177"/>
            <a:ext cx="2667666" cy="462858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latin typeface="+mj-lt"/>
              </a:rPr>
              <a:t>Limbo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latin typeface="+mj-lt"/>
              </a:rPr>
              <a:t>Cuphead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latin typeface="+mj-lt"/>
              </a:rPr>
              <a:t>Gris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 err="1">
                <a:solidFill>
                  <a:schemeClr val="bg2"/>
                </a:solidFill>
                <a:latin typeface="+mj-lt"/>
              </a:rPr>
              <a:t>Multiversus</a:t>
            </a:r>
            <a:endParaRPr lang="en-IN" sz="1800" b="1" dirty="0">
              <a:solidFill>
                <a:schemeClr val="bg2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DADFE1"/>
                </a:solidFill>
                <a:effectLst/>
                <a:latin typeface="+mj-lt"/>
              </a:rPr>
              <a:t>Super Mario Bros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Hue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 err="1">
                <a:solidFill>
                  <a:srgbClr val="DADFE1"/>
                </a:solidFill>
                <a:latin typeface="+mj-lt"/>
              </a:rPr>
              <a:t>Tukoni</a:t>
            </a:r>
            <a:endParaRPr lang="en-IN" sz="1800" b="1" dirty="0">
              <a:solidFill>
                <a:srgbClr val="DADFE1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Exit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Sheepy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Bubble People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 err="1">
                <a:solidFill>
                  <a:srgbClr val="DADFE1"/>
                </a:solidFill>
                <a:latin typeface="+mj-lt"/>
              </a:rPr>
              <a:t>Conquistadorio</a:t>
            </a:r>
            <a:endParaRPr lang="en-IN" sz="1800" b="1" dirty="0">
              <a:solidFill>
                <a:srgbClr val="DADFE1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Please Touch The Artwork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Hallow knight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2D PLATFORMERS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72AA3A5-C626-89AA-D6A4-1C91A93CB198}"/>
              </a:ext>
            </a:extLst>
          </p:cNvPr>
          <p:cNvSpPr txBox="1">
            <a:spLocks/>
          </p:cNvSpPr>
          <p:nvPr/>
        </p:nvSpPr>
        <p:spPr>
          <a:xfrm>
            <a:off x="4106736" y="890014"/>
            <a:ext cx="2667666" cy="4628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 err="1">
                <a:latin typeface="+mj-lt"/>
              </a:rPr>
              <a:t>Birdgut</a:t>
            </a:r>
            <a:endParaRPr lang="en-IN" sz="18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Frightened </a:t>
            </a:r>
            <a:r>
              <a:rPr lang="en-IN" sz="1800" b="1" dirty="0" err="1">
                <a:solidFill>
                  <a:srgbClr val="DADFE1"/>
                </a:solidFill>
                <a:latin typeface="+mj-lt"/>
              </a:rPr>
              <a:t>Beetels</a:t>
            </a:r>
            <a:endParaRPr lang="en-IN" sz="1800" b="1" dirty="0">
              <a:solidFill>
                <a:srgbClr val="DADFE1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100 Ninja Cats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100 Alien Cats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Cats and Seeks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Street Fighter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Wolfenstein 3D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Dangerous Dave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Mortal Kombat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Pinball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Altos Adventure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i="0" dirty="0">
                <a:effectLst/>
                <a:latin typeface="+mj-lt"/>
              </a:rPr>
              <a:t>Alto’s Odyssey</a:t>
            </a:r>
            <a:endParaRPr lang="en-IN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 </a:t>
            </a:r>
            <a:r>
              <a:rPr lang="en-IN" sz="1800" b="1" dirty="0" err="1">
                <a:solidFill>
                  <a:srgbClr val="DADFE1"/>
                </a:solidFill>
                <a:latin typeface="+mj-lt"/>
              </a:rPr>
              <a:t>Olija</a:t>
            </a:r>
            <a:endParaRPr lang="en-IN" sz="1800" b="1" dirty="0">
              <a:solidFill>
                <a:srgbClr val="DADFE1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Inside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800" b="1" dirty="0">
              <a:solidFill>
                <a:srgbClr val="DADFE1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800" b="1" dirty="0">
              <a:solidFill>
                <a:srgbClr val="DADFE1"/>
              </a:solidFill>
              <a:latin typeface="+mj-lt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3F48B0F-F385-B378-EE7E-0A2A4B012993}"/>
              </a:ext>
            </a:extLst>
          </p:cNvPr>
          <p:cNvSpPr txBox="1">
            <a:spLocks/>
          </p:cNvSpPr>
          <p:nvPr/>
        </p:nvSpPr>
        <p:spPr>
          <a:xfrm>
            <a:off x="6774402" y="890013"/>
            <a:ext cx="2667666" cy="56327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latin typeface="+mj-lt"/>
              </a:rPr>
              <a:t>Ori and the Blind Forest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latin typeface="+mj-lt"/>
              </a:rPr>
              <a:t>Gold Club Nostalgia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Aspire: </a:t>
            </a:r>
            <a:r>
              <a:rPr lang="en-IN" sz="1800" b="1" dirty="0" err="1">
                <a:solidFill>
                  <a:srgbClr val="DADFE1"/>
                </a:solidFill>
                <a:latin typeface="+mj-lt"/>
              </a:rPr>
              <a:t>Inas</a:t>
            </a:r>
            <a:r>
              <a:rPr lang="en-IN" sz="1800" b="1" dirty="0">
                <a:solidFill>
                  <a:srgbClr val="DADFE1"/>
                </a:solidFill>
                <a:latin typeface="+mj-lt"/>
              </a:rPr>
              <a:t> Tale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 err="1">
                <a:solidFill>
                  <a:srgbClr val="DADFE1"/>
                </a:solidFill>
                <a:latin typeface="+mj-lt"/>
              </a:rPr>
              <a:t>Mutazione</a:t>
            </a:r>
            <a:endParaRPr lang="en-IN" sz="1800" b="1" dirty="0">
              <a:solidFill>
                <a:srgbClr val="DADFE1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Before Your Eyes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Dave The Diver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Neva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Summer House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Hill Climbing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Hill Climbing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Goto Roboto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Angry Birds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Angry Birds 2</a:t>
            </a:r>
          </a:p>
          <a:p>
            <a:endParaRPr lang="en-IN" sz="1800" b="1" dirty="0">
              <a:solidFill>
                <a:srgbClr val="DADFE1"/>
              </a:solidFill>
              <a:latin typeface="+mj-lt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753572B-DCA0-0512-124D-355817B9DAF1}"/>
              </a:ext>
            </a:extLst>
          </p:cNvPr>
          <p:cNvSpPr txBox="1">
            <a:spLocks/>
          </p:cNvSpPr>
          <p:nvPr/>
        </p:nvSpPr>
        <p:spPr>
          <a:xfrm>
            <a:off x="9243128" y="785860"/>
            <a:ext cx="2667666" cy="56327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latin typeface="+mj-lt"/>
              </a:rPr>
              <a:t>Ori and the Blind Forest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latin typeface="+mj-lt"/>
              </a:rPr>
              <a:t>Gold Club Nostalgia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Aspire: </a:t>
            </a:r>
            <a:r>
              <a:rPr lang="en-IN" sz="1800" b="1" dirty="0" err="1">
                <a:solidFill>
                  <a:srgbClr val="DADFE1"/>
                </a:solidFill>
                <a:latin typeface="+mj-lt"/>
              </a:rPr>
              <a:t>Inas</a:t>
            </a:r>
            <a:r>
              <a:rPr lang="en-IN" sz="1800" b="1" dirty="0">
                <a:solidFill>
                  <a:srgbClr val="DADFE1"/>
                </a:solidFill>
                <a:latin typeface="+mj-lt"/>
              </a:rPr>
              <a:t> Tale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 err="1">
                <a:solidFill>
                  <a:srgbClr val="DADFE1"/>
                </a:solidFill>
                <a:latin typeface="+mj-lt"/>
              </a:rPr>
              <a:t>Mutazione</a:t>
            </a:r>
            <a:endParaRPr lang="en-IN" sz="1800" b="1" dirty="0">
              <a:solidFill>
                <a:srgbClr val="DADFE1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Before Your Eyes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Dave The Diver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Neva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Summer House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Hill Climbing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Hill Climbing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Goto Roboto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Angry Birds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DADFE1"/>
                </a:solidFill>
                <a:latin typeface="+mj-lt"/>
              </a:rPr>
              <a:t>Angry Birds 2</a:t>
            </a:r>
          </a:p>
          <a:p>
            <a:endParaRPr lang="en-IN" sz="1800" b="1" dirty="0">
              <a:solidFill>
                <a:srgbClr val="DADFE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76769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BAB316-31AE-96FE-7566-0845D070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463" y="-137148"/>
            <a:ext cx="7357375" cy="1328387"/>
          </a:xfrm>
        </p:spPr>
        <p:txBody>
          <a:bodyPr/>
          <a:lstStyle/>
          <a:p>
            <a:r>
              <a:rPr lang="en-US" dirty="0">
                <a:latin typeface="Akira Expanded" panose="02000800000000000000" pitchFamily="50" charset="0"/>
              </a:rPr>
              <a:t>Shooter games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89EAAF-B063-6C60-08AA-ACF274EFF3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8463" y="890013"/>
            <a:ext cx="1752313" cy="555266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The Finals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Valorant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Cs Go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Cs Global Strike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Fortnite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Apex Legends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Pubg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Free Fire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Krunker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Specter Divide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Polygon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World Boss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Overwatch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Rainbow Six Siege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SHOOTER GAMES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3298718-3F43-649F-59AE-6D4D4644EDFA}"/>
              </a:ext>
            </a:extLst>
          </p:cNvPr>
          <p:cNvSpPr txBox="1">
            <a:spLocks/>
          </p:cNvSpPr>
          <p:nvPr/>
        </p:nvSpPr>
        <p:spPr>
          <a:xfrm>
            <a:off x="5888481" y="896968"/>
            <a:ext cx="2486392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Mini Militia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Left 4 Dead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Left 4 Dead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Superhot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Doom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Quake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I Am Your Beast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Back 4 Blood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Superhot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DADFE1"/>
                </a:solidFill>
                <a:latin typeface="+mj-lt"/>
              </a:rPr>
              <a:t>Dangerous Dave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DADFE1"/>
                </a:solidFill>
                <a:latin typeface="+mj-lt"/>
              </a:rPr>
              <a:t>Payday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DADFE1"/>
                </a:solidFill>
                <a:latin typeface="+mj-lt"/>
              </a:rPr>
              <a:t>Ready or Not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rgbClr val="DADFE1"/>
                </a:solidFill>
                <a:latin typeface="+mj-lt"/>
              </a:rPr>
              <a:t>XDefiant</a:t>
            </a:r>
            <a:endParaRPr lang="en-IN" sz="1600" b="1" dirty="0">
              <a:solidFill>
                <a:srgbClr val="DADFE1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rgbClr val="DADFE1"/>
                </a:solidFill>
                <a:latin typeface="+mj-lt"/>
              </a:rPr>
              <a:t>CrossfireX</a:t>
            </a:r>
            <a:endParaRPr lang="en-IN" sz="1600" b="1" dirty="0">
              <a:solidFill>
                <a:srgbClr val="DADFE1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DADFE1"/>
                </a:solidFill>
                <a:latin typeface="+mj-lt"/>
              </a:rPr>
              <a:t>Unturned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00F6152-FFE5-0630-406A-8D9F178F9C23}"/>
              </a:ext>
            </a:extLst>
          </p:cNvPr>
          <p:cNvSpPr txBox="1">
            <a:spLocks/>
          </p:cNvSpPr>
          <p:nvPr/>
        </p:nvSpPr>
        <p:spPr>
          <a:xfrm>
            <a:off x="2998845" y="896968"/>
            <a:ext cx="2614420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Battlefield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Battlefield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Borderlands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Call of Duty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Call of Duty :World at war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Call of Duty Modern Warfare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Call of Duty Modern Warfare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Call of Duty Modern Warfare(2018)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Cod : WWII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Call of Duty: Warzone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Medal of Honor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Tom Clancy’s Ghost Recon Wildland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DADFE1"/>
                </a:solidFill>
                <a:latin typeface="+mj-lt"/>
              </a:rPr>
              <a:t>Wolfenstein 3D</a:t>
            </a:r>
          </a:p>
          <a:p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18471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BAB316-31AE-96FE-7566-0845D070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685" y="-98858"/>
            <a:ext cx="8680280" cy="1328387"/>
          </a:xfrm>
        </p:spPr>
        <p:txBody>
          <a:bodyPr/>
          <a:lstStyle/>
          <a:p>
            <a:r>
              <a:rPr lang="en-US" sz="4400" dirty="0">
                <a:latin typeface="Akira Expanded" panose="02000800000000000000" pitchFamily="50" charset="0"/>
              </a:rPr>
              <a:t>Simulation games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SIMULATION GAMES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5FB6D31-80E2-90D1-0DBE-0EE1CC4C3C8F}"/>
              </a:ext>
            </a:extLst>
          </p:cNvPr>
          <p:cNvSpPr txBox="1">
            <a:spLocks/>
          </p:cNvSpPr>
          <p:nvPr/>
        </p:nvSpPr>
        <p:spPr>
          <a:xfrm>
            <a:off x="1060132" y="970136"/>
            <a:ext cx="1888477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Café Racer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Traffic Rider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Bus Simulator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Euro Truck Simulator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Snow Runner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The Bus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Bus Driver 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Bus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My Talking 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SimCity </a:t>
            </a:r>
            <a:r>
              <a:rPr lang="en-US" sz="1600" b="1" dirty="0" err="1">
                <a:latin typeface="+mj-lt"/>
              </a:rPr>
              <a:t>Buildit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Minecraft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Race The Sun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Animal Crossing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Football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AA24CE0-5472-ED4E-97F1-E2DCFFAAF640}"/>
              </a:ext>
            </a:extLst>
          </p:cNvPr>
          <p:cNvSpPr txBox="1">
            <a:spLocks/>
          </p:cNvSpPr>
          <p:nvPr/>
        </p:nvSpPr>
        <p:spPr>
          <a:xfrm>
            <a:off x="3266459" y="970135"/>
            <a:ext cx="2160947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F1 2010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Forza Motorsport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Assetto</a:t>
            </a:r>
            <a:r>
              <a:rPr lang="en-US" sz="1600" b="1" dirty="0">
                <a:latin typeface="+mj-lt"/>
              </a:rPr>
              <a:t> Corsa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Supermarket Simulator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World of Tanks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World of Warship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Train Sim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PC Builder Simulator</a:t>
            </a:r>
          </a:p>
        </p:txBody>
      </p:sp>
    </p:spTree>
    <p:extLst>
      <p:ext uri="{BB962C8B-B14F-4D97-AF65-F5344CB8AC3E}">
        <p14:creationId xmlns:p14="http://schemas.microsoft.com/office/powerpoint/2010/main" val="149852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BAB316-31AE-96FE-7566-0845D070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650" y="-89850"/>
            <a:ext cx="8654541" cy="1328387"/>
          </a:xfrm>
        </p:spPr>
        <p:txBody>
          <a:bodyPr/>
          <a:lstStyle/>
          <a:p>
            <a:r>
              <a:rPr lang="en-US" sz="4400" dirty="0">
                <a:latin typeface="Akira Expanded" panose="02000800000000000000" pitchFamily="50" charset="0"/>
              </a:rPr>
              <a:t>Puzzle games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PUZZLE GAMES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21BD986-D0DA-E297-86E6-F7D34FBEDDD4}"/>
              </a:ext>
            </a:extLst>
          </p:cNvPr>
          <p:cNvSpPr txBox="1">
            <a:spLocks/>
          </p:cNvSpPr>
          <p:nvPr/>
        </p:nvSpPr>
        <p:spPr>
          <a:xfrm>
            <a:off x="1060132" y="970136"/>
            <a:ext cx="2372181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Candy Crush Saga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Candy Crush Soda Saga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Royal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Gardenscapes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Smash Hit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Cut The Rope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Cut The Rope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Infinity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Hue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Runo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Urbo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Urbo</a:t>
            </a:r>
            <a:r>
              <a:rPr lang="en-US" sz="1600" b="1" dirty="0">
                <a:latin typeface="+mj-lt"/>
              </a:rPr>
              <a:t>: Dream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Exit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Exit 2</a:t>
            </a:r>
          </a:p>
          <a:p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E672D4-4AB2-7C8C-E71F-94E781A6A783}"/>
              </a:ext>
            </a:extLst>
          </p:cNvPr>
          <p:cNvSpPr txBox="1">
            <a:spLocks/>
          </p:cNvSpPr>
          <p:nvPr/>
        </p:nvSpPr>
        <p:spPr>
          <a:xfrm>
            <a:off x="3750163" y="890014"/>
            <a:ext cx="2372181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Gris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Inside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Limbo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Pixel Restorer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Party Animal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World of Goo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Portal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Tetris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Portal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Monument Valley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Brothers: A Tale of Two 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It Takes Two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F2F2F2"/>
                </a:solidFill>
                <a:effectLst/>
                <a:latin typeface="+mj-lt"/>
              </a:rPr>
              <a:t>A Castle Full Of Cats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2F2F2"/>
                </a:solidFill>
                <a:latin typeface="+mj-lt"/>
              </a:rPr>
              <a:t>Handshakes</a:t>
            </a:r>
            <a:endParaRPr lang="en-US" sz="1600" b="1" i="0" dirty="0">
              <a:solidFill>
                <a:srgbClr val="F2F2F2"/>
              </a:solidFill>
              <a:effectLst/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3F7C7A8-012C-670A-4F22-C18F9C5AA397}"/>
              </a:ext>
            </a:extLst>
          </p:cNvPr>
          <p:cNvSpPr txBox="1">
            <a:spLocks/>
          </p:cNvSpPr>
          <p:nvPr/>
        </p:nvSpPr>
        <p:spPr>
          <a:xfrm>
            <a:off x="6649177" y="890014"/>
            <a:ext cx="2372181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Stray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Little Nightmares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Dumb Ways To Die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Omno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Kami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Two Dots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Dumb Ways To Die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Where’s My Water?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Leo’s Fortune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That Level Again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Mekorama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43815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BAB316-31AE-96FE-7566-0845D070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146" y="-116354"/>
            <a:ext cx="9184628" cy="1328387"/>
          </a:xfrm>
        </p:spPr>
        <p:txBody>
          <a:bodyPr/>
          <a:lstStyle/>
          <a:p>
            <a:r>
              <a:rPr lang="en-US" sz="4400" dirty="0">
                <a:latin typeface="Akira Expanded" panose="02000800000000000000" pitchFamily="50" charset="0"/>
              </a:rPr>
              <a:t>Sports games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SPORTS GAMES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D1D9A-50CD-BE55-AE85-2B20194E91D3}"/>
              </a:ext>
            </a:extLst>
          </p:cNvPr>
          <p:cNvSpPr txBox="1">
            <a:spLocks/>
          </p:cNvSpPr>
          <p:nvPr/>
        </p:nvSpPr>
        <p:spPr>
          <a:xfrm>
            <a:off x="788463" y="890013"/>
            <a:ext cx="1752313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FIFA 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FIFA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FIFA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FIFA 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FIFA 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FIFA 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FIFA 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Pes Mobile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Fifa</a:t>
            </a:r>
            <a:r>
              <a:rPr lang="en-US" sz="1600" b="1" dirty="0">
                <a:latin typeface="+mj-lt"/>
              </a:rPr>
              <a:t> Mobile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Efootball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Pes 2012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Pes 2018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Pes 2019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Riders Republic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Rocket League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F63ED6-465E-65A7-785B-1E5983E68C8B}"/>
              </a:ext>
            </a:extLst>
          </p:cNvPr>
          <p:cNvSpPr txBox="1">
            <a:spLocks/>
          </p:cNvSpPr>
          <p:nvPr/>
        </p:nvSpPr>
        <p:spPr>
          <a:xfrm>
            <a:off x="2665640" y="890012"/>
            <a:ext cx="2356934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WWE 2K 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Cricket 07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Dirt Rally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Steep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Real Racing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Asphalt Legends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Hill Climb Racing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Traffic Rider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Soccer Superstar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Score!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Score! Hero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World Football League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Beach Buggy Racing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Heal Ball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56E03B5-4E0F-BFBC-B8AB-4C00AC61C5BD}"/>
              </a:ext>
            </a:extLst>
          </p:cNvPr>
          <p:cNvSpPr txBox="1">
            <a:spLocks/>
          </p:cNvSpPr>
          <p:nvPr/>
        </p:nvSpPr>
        <p:spPr>
          <a:xfrm>
            <a:off x="5101256" y="777369"/>
            <a:ext cx="3267491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Need For Speed: 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Need For Speed(2012)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Need For Speed: Underground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Need For Speed: The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Need For Speed: Payback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Need For Speed: Heat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Forza Horizon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Forza Horizon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Forza Horizon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Assetto</a:t>
            </a:r>
            <a:r>
              <a:rPr lang="en-US" sz="1600" b="1" dirty="0">
                <a:latin typeface="+mj-lt"/>
              </a:rPr>
              <a:t> Corsa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Engine Evolution 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Engine Evolution 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Torque Drift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Drift Experience Japan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Track Mania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F2E50B-C588-CE74-1230-534FCABB4069}"/>
              </a:ext>
            </a:extLst>
          </p:cNvPr>
          <p:cNvSpPr txBox="1">
            <a:spLocks/>
          </p:cNvSpPr>
          <p:nvPr/>
        </p:nvSpPr>
        <p:spPr>
          <a:xfrm>
            <a:off x="8496710" y="652666"/>
            <a:ext cx="3267491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Night Runners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Trackmania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Crew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 </a:t>
            </a:r>
            <a:r>
              <a:rPr lang="en-US" sz="1600" b="1" dirty="0" err="1">
                <a:latin typeface="+mj-lt"/>
              </a:rPr>
              <a:t>CarX</a:t>
            </a:r>
            <a:r>
              <a:rPr lang="en-US" sz="1600" b="1" dirty="0">
                <a:latin typeface="+mj-lt"/>
              </a:rPr>
              <a:t> Highway Racing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Bike Race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Hot Wheels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CarX</a:t>
            </a:r>
            <a:r>
              <a:rPr lang="en-US" sz="1600" b="1" dirty="0">
                <a:latin typeface="+mj-lt"/>
              </a:rPr>
              <a:t> Street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Crash Of Cars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Mario Cart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CarX</a:t>
            </a:r>
            <a:r>
              <a:rPr lang="en-US" sz="1600" b="1" dirty="0">
                <a:latin typeface="+mj-lt"/>
              </a:rPr>
              <a:t> Rally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FR Legends</a:t>
            </a:r>
          </a:p>
        </p:txBody>
      </p:sp>
    </p:spTree>
    <p:extLst>
      <p:ext uri="{BB962C8B-B14F-4D97-AF65-F5344CB8AC3E}">
        <p14:creationId xmlns:p14="http://schemas.microsoft.com/office/powerpoint/2010/main" val="537884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BAB316-31AE-96FE-7566-0845D070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677" y="168567"/>
            <a:ext cx="6886309" cy="798841"/>
          </a:xfrm>
        </p:spPr>
        <p:txBody>
          <a:bodyPr/>
          <a:lstStyle/>
          <a:p>
            <a:r>
              <a:rPr lang="en-US" sz="4400" dirty="0">
                <a:latin typeface="Akira Expanded" panose="02000800000000000000" pitchFamily="50" charset="0"/>
              </a:rPr>
              <a:t>Strategy games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STRATEGY GAMES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DC47E8B-979B-B377-3F06-DBF550397061}"/>
              </a:ext>
            </a:extLst>
          </p:cNvPr>
          <p:cNvSpPr txBox="1">
            <a:spLocks/>
          </p:cNvSpPr>
          <p:nvPr/>
        </p:nvSpPr>
        <p:spPr>
          <a:xfrm>
            <a:off x="788463" y="890013"/>
            <a:ext cx="1752313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Age of Empires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Age of Empires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Clash of Clans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Clash Royale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Chess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Monopoly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20375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BAB316-31AE-96FE-7566-0845D070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677" y="168567"/>
            <a:ext cx="6886309" cy="798841"/>
          </a:xfrm>
        </p:spPr>
        <p:txBody>
          <a:bodyPr/>
          <a:lstStyle/>
          <a:p>
            <a:r>
              <a:rPr lang="en-US" sz="4400" dirty="0">
                <a:latin typeface="Akira Expanded" panose="02000800000000000000" pitchFamily="50" charset="0"/>
              </a:rPr>
              <a:t>Stealth games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STEALTH GAMES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274ACA9-992A-4E6B-B22D-033764560F4D}"/>
              </a:ext>
            </a:extLst>
          </p:cNvPr>
          <p:cNvSpPr txBox="1">
            <a:spLocks/>
          </p:cNvSpPr>
          <p:nvPr/>
        </p:nvSpPr>
        <p:spPr>
          <a:xfrm>
            <a:off x="788463" y="890013"/>
            <a:ext cx="3438980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Hitman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Assassins Creed Rogue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Assassins Creed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Watch Dogs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Watch Dogs: Bad Blood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Watch Dogs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The Last Of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Marvel Spiderman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b="1" dirty="0">
                <a:latin typeface="+mj-lt"/>
              </a:rPr>
              <a:t>Marvels' Spider Man Miles Morales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b="1" dirty="0">
                <a:latin typeface="+mj-lt"/>
              </a:rPr>
              <a:t>A plague Tale: Requiem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b="1" dirty="0">
                <a:latin typeface="+mj-lt"/>
              </a:rPr>
              <a:t>Dying light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b="1" dirty="0">
                <a:latin typeface="+mj-lt"/>
              </a:rPr>
              <a:t>I am Your Beast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b="1" dirty="0">
                <a:latin typeface="+mj-lt"/>
              </a:rPr>
              <a:t>Assassin’s Creed Rebellion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b="1" dirty="0">
                <a:latin typeface="+mj-lt"/>
              </a:rPr>
              <a:t>Hitman 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b="1" dirty="0">
                <a:latin typeface="+mj-lt"/>
              </a:rPr>
              <a:t>Lara Craft 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7F56BDF-6E56-872D-9B48-15E1C81A8035}"/>
              </a:ext>
            </a:extLst>
          </p:cNvPr>
          <p:cNvSpPr txBox="1">
            <a:spLocks/>
          </p:cNvSpPr>
          <p:nvPr/>
        </p:nvSpPr>
        <p:spPr>
          <a:xfrm>
            <a:off x="4376510" y="890012"/>
            <a:ext cx="3438980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Uncharted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Far Cry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Ninja Assassin: Stealth Hunter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Tomb Raider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Robbery Bob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Robbery Bob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Hunter Assassin</a:t>
            </a:r>
          </a:p>
        </p:txBody>
      </p:sp>
    </p:spTree>
    <p:extLst>
      <p:ext uri="{BB962C8B-B14F-4D97-AF65-F5344CB8AC3E}">
        <p14:creationId xmlns:p14="http://schemas.microsoft.com/office/powerpoint/2010/main" val="3645486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BAB316-31AE-96FE-7566-0845D070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677" y="168567"/>
            <a:ext cx="6886309" cy="798841"/>
          </a:xfrm>
        </p:spPr>
        <p:txBody>
          <a:bodyPr/>
          <a:lstStyle/>
          <a:p>
            <a:r>
              <a:rPr lang="en-US" sz="4400" dirty="0">
                <a:latin typeface="Akira Expanded" panose="02000800000000000000" pitchFamily="50" charset="0"/>
              </a:rPr>
              <a:t>Sandbox games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SANDBOX GAMES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7D215C-418E-6069-0B2F-22682DCFAE9B}"/>
              </a:ext>
            </a:extLst>
          </p:cNvPr>
          <p:cNvSpPr txBox="1">
            <a:spLocks/>
          </p:cNvSpPr>
          <p:nvPr/>
        </p:nvSpPr>
        <p:spPr>
          <a:xfrm>
            <a:off x="788463" y="890013"/>
            <a:ext cx="3438980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+mj-lt"/>
              </a:rPr>
              <a:t>Minecraft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+mj-lt"/>
              </a:rPr>
              <a:t>GTA 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+mj-lt"/>
              </a:rPr>
              <a:t>Garry’s Mod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+mj-lt"/>
              </a:rPr>
              <a:t>Roblox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5621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BAB316-31AE-96FE-7566-0845D070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677" y="168567"/>
            <a:ext cx="6886309" cy="798841"/>
          </a:xfrm>
        </p:spPr>
        <p:txBody>
          <a:bodyPr/>
          <a:lstStyle/>
          <a:p>
            <a:r>
              <a:rPr lang="en-US" sz="4400" dirty="0">
                <a:latin typeface="Akira Expanded" panose="02000800000000000000" pitchFamily="50" charset="0"/>
              </a:rPr>
              <a:t>Survival games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SURVIVAL GAMES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A584327-84C0-1418-BB4F-EAA1E034219C}"/>
              </a:ext>
            </a:extLst>
          </p:cNvPr>
          <p:cNvSpPr txBox="1">
            <a:spLocks/>
          </p:cNvSpPr>
          <p:nvPr/>
        </p:nvSpPr>
        <p:spPr>
          <a:xfrm>
            <a:off x="788463" y="890013"/>
            <a:ext cx="3438980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Minecraft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Dead Island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The Last of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The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Far Cry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Days Gone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6417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BAB316-31AE-96FE-7566-0845D070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677" y="168567"/>
            <a:ext cx="9248358" cy="798841"/>
          </a:xfrm>
        </p:spPr>
        <p:txBody>
          <a:bodyPr/>
          <a:lstStyle/>
          <a:p>
            <a:r>
              <a:rPr lang="en-US" sz="4400" dirty="0">
                <a:latin typeface="Akira Expanded" panose="02000800000000000000" pitchFamily="50" charset="0"/>
              </a:rPr>
              <a:t>Battle royale games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BATTLE ROYALE GAMES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56F2E4C-9DF3-02F7-67E9-9E8058063A77}"/>
              </a:ext>
            </a:extLst>
          </p:cNvPr>
          <p:cNvSpPr txBox="1">
            <a:spLocks/>
          </p:cNvSpPr>
          <p:nvPr/>
        </p:nvSpPr>
        <p:spPr>
          <a:xfrm>
            <a:off x="788463" y="890013"/>
            <a:ext cx="3438980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The Finals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Fortnite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Apex Legends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Pubg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Free Fire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Call Of Duty: Warzone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Super Animal Royale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Mini Royale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91786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BAB316-31AE-96FE-7566-0845D070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743" y="197475"/>
            <a:ext cx="9109676" cy="661711"/>
          </a:xfrm>
        </p:spPr>
        <p:txBody>
          <a:bodyPr/>
          <a:lstStyle/>
          <a:p>
            <a:r>
              <a:rPr lang="en-US" sz="4400" dirty="0">
                <a:latin typeface="Akira Expanded" panose="02000800000000000000" pitchFamily="50" charset="0"/>
              </a:rPr>
              <a:t>Role play games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ROLE PLAY GAMES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531BA340-4AD8-1FB2-2BDA-B96A50B95941}"/>
              </a:ext>
            </a:extLst>
          </p:cNvPr>
          <p:cNvSpPr txBox="1">
            <a:spLocks/>
          </p:cNvSpPr>
          <p:nvPr/>
        </p:nvSpPr>
        <p:spPr>
          <a:xfrm>
            <a:off x="788463" y="890013"/>
            <a:ext cx="3438980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Horizon Zero Dawn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Borderlands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Hogwarts legacy</a:t>
            </a:r>
          </a:p>
          <a:p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92075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BAB316-31AE-96FE-7566-0845D070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677" y="168567"/>
            <a:ext cx="9248358" cy="798841"/>
          </a:xfrm>
        </p:spPr>
        <p:txBody>
          <a:bodyPr/>
          <a:lstStyle/>
          <a:p>
            <a:r>
              <a:rPr lang="en-US" sz="4400" dirty="0">
                <a:latin typeface="Akira Expanded" panose="02000800000000000000" pitchFamily="50" charset="0"/>
              </a:rPr>
              <a:t>board games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BOARD GAMES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9EADE0C-FB90-4323-E8AE-B6B01AF44CC9}"/>
              </a:ext>
            </a:extLst>
          </p:cNvPr>
          <p:cNvSpPr txBox="1">
            <a:spLocks/>
          </p:cNvSpPr>
          <p:nvPr/>
        </p:nvSpPr>
        <p:spPr>
          <a:xfrm>
            <a:off x="788463" y="890013"/>
            <a:ext cx="3438980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Chess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Carrom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Monopoly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Ludo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Jenga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Snake and Ladder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Jumping Monkey</a:t>
            </a:r>
          </a:p>
        </p:txBody>
      </p:sp>
    </p:spTree>
    <p:extLst>
      <p:ext uri="{BB962C8B-B14F-4D97-AF65-F5344CB8AC3E}">
        <p14:creationId xmlns:p14="http://schemas.microsoft.com/office/powerpoint/2010/main" val="2649070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HYPERCASUAL GAMES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4678E8A5-4F43-02AB-25F4-A7E0EA182EB7}"/>
              </a:ext>
            </a:extLst>
          </p:cNvPr>
          <p:cNvSpPr txBox="1">
            <a:spLocks/>
          </p:cNvSpPr>
          <p:nvPr/>
        </p:nvSpPr>
        <p:spPr>
          <a:xfrm>
            <a:off x="886813" y="228303"/>
            <a:ext cx="9085447" cy="661711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dirty="0" err="1">
                <a:latin typeface="Akira Expanded" panose="02000800000000000000" pitchFamily="50" charset="0"/>
              </a:rPr>
              <a:t>hypecasual</a:t>
            </a:r>
            <a:r>
              <a:rPr lang="en-US" sz="4400" dirty="0">
                <a:latin typeface="Akira Expanded" panose="02000800000000000000" pitchFamily="50" charset="0"/>
              </a:rPr>
              <a:t> games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2B38CFD-BD60-D041-52E3-9E837AC5FAC4}"/>
              </a:ext>
            </a:extLst>
          </p:cNvPr>
          <p:cNvSpPr txBox="1">
            <a:spLocks/>
          </p:cNvSpPr>
          <p:nvPr/>
        </p:nvSpPr>
        <p:spPr>
          <a:xfrm>
            <a:off x="788463" y="890013"/>
            <a:ext cx="2560912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2 Player Games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Bombsquad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Candy Crush Saga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Candy Crush Soda Saga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Smash Hit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Cut The Rope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Cut The Rope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Angry Birds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Altos Adventure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Piano Tiles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Dumb Ways to Die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Mini </a:t>
            </a:r>
            <a:r>
              <a:rPr lang="en-US" sz="1600" b="1" dirty="0" err="1">
                <a:latin typeface="+mj-lt"/>
              </a:rPr>
              <a:t>Miltia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Into The Dead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Mars: Mars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Pac-Man 256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2482D58-D6FD-F417-AEEE-349160E867F9}"/>
              </a:ext>
            </a:extLst>
          </p:cNvPr>
          <p:cNvSpPr txBox="1">
            <a:spLocks/>
          </p:cNvSpPr>
          <p:nvPr/>
        </p:nvSpPr>
        <p:spPr>
          <a:xfrm>
            <a:off x="3447725" y="890013"/>
            <a:ext cx="2560912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Super Mario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Subway Surfers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Temple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Temple Run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Temple Run: Oz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Jetpack Joyride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Crossy</a:t>
            </a:r>
            <a:r>
              <a:rPr lang="en-US" sz="1600" b="1" dirty="0">
                <a:latin typeface="+mj-lt"/>
              </a:rPr>
              <a:t> Road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Piano Tiles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Piano Tiles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Hill Climb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Hill Climb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Talking Tom Gold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Fruit Ninja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Lara Croft: Relic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Hunter Assassin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4E24C1B-BADA-99F9-19FF-D5E5B8252C43}"/>
              </a:ext>
            </a:extLst>
          </p:cNvPr>
          <p:cNvSpPr txBox="1">
            <a:spLocks/>
          </p:cNvSpPr>
          <p:nvPr/>
        </p:nvSpPr>
        <p:spPr>
          <a:xfrm>
            <a:off x="6008637" y="890012"/>
            <a:ext cx="2560912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Red Ball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Red Ball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Snake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Tomb of the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Kick The Buddy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Bubble Shooter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Brain dots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I The One – Fun Fighting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Stickman Fighting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Stumble Games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Shadow Fight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Score Hero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483BFA-0763-BE96-509E-62E0D44A5F86}"/>
              </a:ext>
            </a:extLst>
          </p:cNvPr>
          <p:cNvSpPr txBox="1">
            <a:spLocks/>
          </p:cNvSpPr>
          <p:nvPr/>
        </p:nvSpPr>
        <p:spPr>
          <a:xfrm>
            <a:off x="8775748" y="890011"/>
            <a:ext cx="2560912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FR Legends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Flip Skate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Pokemon</a:t>
            </a:r>
            <a:r>
              <a:rPr lang="en-US" sz="1600" b="1" dirty="0">
                <a:latin typeface="+mj-lt"/>
              </a:rPr>
              <a:t> 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Ball 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Ludo 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Two Dots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Dumb Ways To Die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Where’s My Water?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Beach Buggy Racing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 Leo’s Fortune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Fishing and Life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Rodeo Stampede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Bandland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That Level Again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Mekorama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00184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FIGHTING GAMES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4678E8A5-4F43-02AB-25F4-A7E0EA182EB7}"/>
              </a:ext>
            </a:extLst>
          </p:cNvPr>
          <p:cNvSpPr txBox="1">
            <a:spLocks/>
          </p:cNvSpPr>
          <p:nvPr/>
        </p:nvSpPr>
        <p:spPr>
          <a:xfrm>
            <a:off x="886813" y="312305"/>
            <a:ext cx="9085447" cy="661711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dirty="0">
                <a:latin typeface="Akira Expanded" panose="02000800000000000000" pitchFamily="50" charset="0"/>
              </a:rPr>
              <a:t>fighting games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D447EC2-B549-AAC0-1781-F6FFF6B2B036}"/>
              </a:ext>
            </a:extLst>
          </p:cNvPr>
          <p:cNvSpPr txBox="1">
            <a:spLocks/>
          </p:cNvSpPr>
          <p:nvPr/>
        </p:nvSpPr>
        <p:spPr>
          <a:xfrm>
            <a:off x="788463" y="890013"/>
            <a:ext cx="3438980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Mortal Kombat 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Mortal Kombat 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Mortal Kombat XI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Mortal Kombat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Tekken 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Street Fighter 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Shadow Fight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i="0" dirty="0">
                <a:effectLst/>
                <a:latin typeface="+mj-lt"/>
              </a:rPr>
              <a:t>Guilty Gear Strive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+mj-lt"/>
              </a:rPr>
              <a:t>Shadow Fight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+mj-lt"/>
              </a:rPr>
              <a:t>Injustice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+mj-lt"/>
              </a:rPr>
              <a:t>Injustice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+mj-lt"/>
              </a:rPr>
              <a:t>Real Boxing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+mj-lt"/>
              </a:rPr>
              <a:t>Stick Man Fight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i="0" dirty="0">
              <a:effectLst/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i="0" dirty="0">
              <a:effectLst/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>
              <a:solidFill>
                <a:schemeClr val="bg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68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ACTION ADVENTURE GAMES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4678E8A5-4F43-02AB-25F4-A7E0EA182EB7}"/>
              </a:ext>
            </a:extLst>
          </p:cNvPr>
          <p:cNvSpPr txBox="1">
            <a:spLocks/>
          </p:cNvSpPr>
          <p:nvPr/>
        </p:nvSpPr>
        <p:spPr>
          <a:xfrm>
            <a:off x="886813" y="109881"/>
            <a:ext cx="10553480" cy="661711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dirty="0">
                <a:latin typeface="Akira Expanded" panose="02000800000000000000" pitchFamily="50" charset="0"/>
              </a:rPr>
              <a:t>Action adventure games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0D97B38-D129-93FA-02B0-AEDD7AEC85E4}"/>
              </a:ext>
            </a:extLst>
          </p:cNvPr>
          <p:cNvSpPr txBox="1">
            <a:spLocks/>
          </p:cNvSpPr>
          <p:nvPr/>
        </p:nvSpPr>
        <p:spPr>
          <a:xfrm>
            <a:off x="788463" y="890013"/>
            <a:ext cx="3438980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Alan Wake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Assassins Creed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Assassins Creed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Assassins Creed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Assassins Creed Brotherhood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Assassins Creed Rogue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Assassins Creed Black Flag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Assassins Creed 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Assassins Creed Odyssey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Avatar: Frontiers of Pandora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Batman: Arkham Asylum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Batman: Arkham 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Batman: Arkham Knight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Batman: Arkham Shadow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Call of Duty: World at War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00A67B9-39F1-D384-609B-A8E543C6EF81}"/>
              </a:ext>
            </a:extLst>
          </p:cNvPr>
          <p:cNvSpPr txBox="1">
            <a:spLocks/>
          </p:cNvSpPr>
          <p:nvPr/>
        </p:nvSpPr>
        <p:spPr>
          <a:xfrm>
            <a:off x="4227443" y="890012"/>
            <a:ext cx="3438980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Spider 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Spider Man: Miles Morales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God Of War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God Of War: </a:t>
            </a:r>
            <a:r>
              <a:rPr lang="en-US" sz="1600" b="1" dirty="0" err="1">
                <a:latin typeface="+mj-lt"/>
              </a:rPr>
              <a:t>Ragnarok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Marvels Guardians of the Galaxy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Far Cry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Far Cry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Far Cry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Days Gone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 Way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Detroit: Become Human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Red Dead Redemption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Tomb Rider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Rise of the Tomb rider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Shadow of the Tomb Rider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5BF4F11-1B21-D20B-E433-BFACBB2DB6A3}"/>
              </a:ext>
            </a:extLst>
          </p:cNvPr>
          <p:cNvSpPr txBox="1">
            <a:spLocks/>
          </p:cNvSpPr>
          <p:nvPr/>
        </p:nvSpPr>
        <p:spPr>
          <a:xfrm>
            <a:off x="7666423" y="890011"/>
            <a:ext cx="3438980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Tom </a:t>
            </a:r>
            <a:r>
              <a:rPr lang="en-US" sz="1600" b="1" dirty="0" err="1">
                <a:latin typeface="+mj-lt"/>
              </a:rPr>
              <a:t>Clancys</a:t>
            </a:r>
            <a:r>
              <a:rPr lang="en-US" sz="1600" b="1" dirty="0">
                <a:latin typeface="+mj-lt"/>
              </a:rPr>
              <a:t>: Ghost Recon Land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Uncharted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Uncharted Lost Legacy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Hogwarts Legacy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Stray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The Last of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The Forest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Sons of The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Ghost of Tsushima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Grand Theft Auto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Grand Theft Auto Vice 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Grand Theft Auto </a:t>
            </a:r>
            <a:r>
              <a:rPr lang="en-US" sz="1600" b="1" dirty="0" err="1">
                <a:latin typeface="+mj-lt"/>
              </a:rPr>
              <a:t>Sanandreas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Grand Theft Auto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Gotham Knight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Horizon Zero Dawn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09822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SURVIVAL HORRO GAMES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4678E8A5-4F43-02AB-25F4-A7E0EA182EB7}"/>
              </a:ext>
            </a:extLst>
          </p:cNvPr>
          <p:cNvSpPr txBox="1">
            <a:spLocks/>
          </p:cNvSpPr>
          <p:nvPr/>
        </p:nvSpPr>
        <p:spPr>
          <a:xfrm>
            <a:off x="886813" y="137802"/>
            <a:ext cx="10553480" cy="661711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dirty="0">
                <a:latin typeface="Akira Expanded" panose="02000800000000000000" pitchFamily="50" charset="0"/>
              </a:rPr>
              <a:t>Survival horror games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8B05DD5-F121-ECC4-0198-4008992D1979}"/>
              </a:ext>
            </a:extLst>
          </p:cNvPr>
          <p:cNvSpPr txBox="1">
            <a:spLocks/>
          </p:cNvSpPr>
          <p:nvPr/>
        </p:nvSpPr>
        <p:spPr>
          <a:xfrm>
            <a:off x="788463" y="890013"/>
            <a:ext cx="2445067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Little Nightmares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Little Nightmares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Dark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Alan Wake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Alan Wake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The Evil Within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The Evil Within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Resident Evil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Resident Evil: Village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Dead Island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The Last Of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Ammesia</a:t>
            </a:r>
            <a:r>
              <a:rPr lang="en-US" sz="1600" b="1" dirty="0">
                <a:latin typeface="+mj-lt"/>
              </a:rPr>
              <a:t>: Rebirth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The Callisto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Dying Light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B966BA2-2705-9636-AA9C-7F8ACA2BF5D8}"/>
              </a:ext>
            </a:extLst>
          </p:cNvPr>
          <p:cNvSpPr txBox="1">
            <a:spLocks/>
          </p:cNvSpPr>
          <p:nvPr/>
        </p:nvSpPr>
        <p:spPr>
          <a:xfrm>
            <a:off x="3279711" y="890013"/>
            <a:ext cx="2445067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Evil Dead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My Friendly Neighbor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 Quiet 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Until Dawn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The Walking Dead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Doom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Days Gone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The Quarry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Left 4 Dead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Left 4 Dead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 plague Tale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15642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6379FE-9A7A-AA90-9416-524019B6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C02D3-7F26-AC43-DF33-469F689F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EDUCATIONAL GAMES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4678E8A5-4F43-02AB-25F4-A7E0EA182EB7}"/>
              </a:ext>
            </a:extLst>
          </p:cNvPr>
          <p:cNvSpPr txBox="1">
            <a:spLocks/>
          </p:cNvSpPr>
          <p:nvPr/>
        </p:nvSpPr>
        <p:spPr>
          <a:xfrm>
            <a:off x="886813" y="312305"/>
            <a:ext cx="9085447" cy="661711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dirty="0">
                <a:latin typeface="Akira Expanded" panose="02000800000000000000" pitchFamily="50" charset="0"/>
              </a:rPr>
              <a:t>education games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60D2D17-782F-133F-D9A4-637D51A2B0AF}"/>
              </a:ext>
            </a:extLst>
          </p:cNvPr>
          <p:cNvSpPr txBox="1">
            <a:spLocks/>
          </p:cNvSpPr>
          <p:nvPr/>
        </p:nvSpPr>
        <p:spPr>
          <a:xfrm>
            <a:off x="788463" y="890013"/>
            <a:ext cx="3438980" cy="5552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Minecraft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Wordscapes</a:t>
            </a: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Colorfy</a:t>
            </a:r>
            <a:r>
              <a:rPr lang="en-US" sz="1600" b="1" dirty="0">
                <a:latin typeface="+mj-lt"/>
              </a:rPr>
              <a:t>: Coloring Art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Duolingo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Brain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Brain Dots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Escape Room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Word Research Puzzle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Flow Free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Word Search 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Words of Wonders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Differences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68115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35170C-FF83-0610-5D8C-4729594B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B167F2-220B-C049-AC32-A334238C1EAF}"/>
              </a:ext>
            </a:extLst>
          </p:cNvPr>
          <p:cNvSpPr txBox="1"/>
          <p:nvPr/>
        </p:nvSpPr>
        <p:spPr>
          <a:xfrm>
            <a:off x="1179443" y="2767280"/>
            <a:ext cx="98331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Akira Expanded" panose="02000800000000000000" pitchFamily="50" charset="0"/>
              </a:rPr>
              <a:t>THANK YOU</a:t>
            </a:r>
            <a:endParaRPr lang="en-IN" sz="8000" dirty="0">
              <a:solidFill>
                <a:schemeClr val="bg1"/>
              </a:solidFill>
              <a:latin typeface="Akira Expanded" panose="02000800000000000000" pitchFamily="50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D70A02-8005-9ED5-F8FC-009C3066D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GAME GENERS</a:t>
            </a:r>
          </a:p>
        </p:txBody>
      </p:sp>
    </p:spTree>
    <p:extLst>
      <p:ext uri="{BB962C8B-B14F-4D97-AF65-F5344CB8AC3E}">
        <p14:creationId xmlns:p14="http://schemas.microsoft.com/office/powerpoint/2010/main" val="37818986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TM66931312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FF0000"/>
      </a:accent1>
      <a:accent2>
        <a:srgbClr val="F5EFE7"/>
      </a:accent2>
      <a:accent3>
        <a:srgbClr val="7B49E1"/>
      </a:accent3>
      <a:accent4>
        <a:srgbClr val="9AD7C7"/>
      </a:accent4>
      <a:accent5>
        <a:srgbClr val="237BFB"/>
      </a:accent5>
      <a:accent6>
        <a:srgbClr val="E9D7E7"/>
      </a:accent6>
      <a:hlink>
        <a:srgbClr val="FFFF00"/>
      </a:hlink>
      <a:folHlink>
        <a:srgbClr val="6BF0CD"/>
      </a:folHlink>
    </a:clrScheme>
    <a:fontScheme name="Custom 60">
      <a:majorFont>
        <a:latin typeface="MS PMincho"/>
        <a:ea typeface=""/>
        <a:cs typeface=""/>
      </a:majorFont>
      <a:minorFont>
        <a:latin typeface="Mangal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931312_Win32_SL_V3" id="{95AE7881-AB7F-4307-BAFF-D002B22B1082}" vid="{F008C54E-045F-456B-B872-F8E3CAF310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81D4CC6-3580-4AFF-ADAD-40005A217E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8E5EEF-D939-4E9B-B588-5A9B9A07F3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48AA7B-8093-4312-9C92-093E87B9931D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230e9df3-be65-4c73-a93b-d1236ebd677e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71af3243-3dd4-4a8d-8c0d-dd76da1f02a5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Digital time capsule</Template>
  <TotalTime>1106</TotalTime>
  <Words>1250</Words>
  <Application>Microsoft Office PowerPoint</Application>
  <PresentationFormat>Widescreen</PresentationFormat>
  <Paragraphs>541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MS PMincho</vt:lpstr>
      <vt:lpstr>Akira Expanded</vt:lpstr>
      <vt:lpstr>Arial</vt:lpstr>
      <vt:lpstr>Calibri</vt:lpstr>
      <vt:lpstr>Courier New</vt:lpstr>
      <vt:lpstr>Mangal</vt:lpstr>
      <vt:lpstr>Custom</vt:lpstr>
      <vt:lpstr>COMPLETED GAME</vt:lpstr>
      <vt:lpstr>Types of genres</vt:lpstr>
      <vt:lpstr>2d platformers</vt:lpstr>
      <vt:lpstr>Shooter games</vt:lpstr>
      <vt:lpstr>Simulation games</vt:lpstr>
      <vt:lpstr>Puzzle games</vt:lpstr>
      <vt:lpstr>Sports games</vt:lpstr>
      <vt:lpstr>Strategy games</vt:lpstr>
      <vt:lpstr>Stealth games</vt:lpstr>
      <vt:lpstr>Sandbox games</vt:lpstr>
      <vt:lpstr>Survival games</vt:lpstr>
      <vt:lpstr>Battle royale games</vt:lpstr>
      <vt:lpstr>Role play games</vt:lpstr>
      <vt:lpstr>board games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Atlkm .</dc:creator>
  <cp:lastModifiedBy>Atlkm .</cp:lastModifiedBy>
  <cp:revision>342</cp:revision>
  <dcterms:created xsi:type="dcterms:W3CDTF">2024-10-17T16:39:03Z</dcterms:created>
  <dcterms:modified xsi:type="dcterms:W3CDTF">2024-12-01T06:31:38Z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