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11"/>
  </p:notesMasterIdLst>
  <p:handoutMasterIdLst>
    <p:handoutMasterId r:id="rId12"/>
  </p:handoutMasterIdLst>
  <p:sldIdLst>
    <p:sldId id="330" r:id="rId5"/>
    <p:sldId id="332" r:id="rId6"/>
    <p:sldId id="339" r:id="rId7"/>
    <p:sldId id="340" r:id="rId8"/>
    <p:sldId id="341" r:id="rId9"/>
    <p:sldId id="33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88" autoAdjust="0"/>
    <p:restoredTop sz="85316" autoAdjust="0"/>
  </p:normalViewPr>
  <p:slideViewPr>
    <p:cSldViewPr snapToGrid="0">
      <p:cViewPr varScale="1">
        <p:scale>
          <a:sx n="96" d="100"/>
          <a:sy n="96" d="100"/>
        </p:scale>
        <p:origin x="54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11/7/2024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11/7/2024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FC7B-7008-CF79-CA61-501AE40E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175" y="821308"/>
            <a:ext cx="9989648" cy="5208433"/>
          </a:xfrm>
        </p:spPr>
        <p:txBody>
          <a:bodyPr/>
          <a:lstStyle/>
          <a:p>
            <a:pPr algn="ctr"/>
            <a:r>
              <a:rPr lang="en-US" dirty="0">
                <a:latin typeface="Akira Expanded" panose="02000800000000000000" pitchFamily="50" charset="0"/>
              </a:rPr>
              <a:t>GAME IDEAS</a:t>
            </a:r>
            <a:br>
              <a:rPr lang="en-US" dirty="0">
                <a:latin typeface="Akira Expanded" panose="02000800000000000000" pitchFamily="50" charset="0"/>
              </a:rPr>
            </a:br>
            <a:r>
              <a:rPr lang="en-US" sz="5400" dirty="0">
                <a:latin typeface="Akira Expanded" panose="02000800000000000000" pitchFamily="50" charset="0"/>
              </a:rPr>
              <a:t>FOR Future     game making</a:t>
            </a:r>
            <a:br>
              <a:rPr lang="en-US" sz="9000" dirty="0">
                <a:latin typeface="Akira Expanded" panose="02000800000000000000" pitchFamily="50" charset="0"/>
              </a:rPr>
            </a:br>
            <a:endParaRPr lang="en-US" sz="3600" dirty="0">
              <a:latin typeface="Akira Expanded" panose="02000800000000000000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9A54E3B-9532-F8C3-7CA2-5F01B396933C}"/>
              </a:ext>
            </a:extLst>
          </p:cNvPr>
          <p:cNvSpPr txBox="1">
            <a:spLocks/>
          </p:cNvSpPr>
          <p:nvPr/>
        </p:nvSpPr>
        <p:spPr>
          <a:xfrm>
            <a:off x="4926494" y="4843667"/>
            <a:ext cx="2339009" cy="782207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80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dirty="0">
                <a:latin typeface="Akira Expanded" panose="02000800000000000000" pitchFamily="50" charset="0"/>
              </a:rPr>
              <a:t>BY ATHUL K M</a:t>
            </a:r>
          </a:p>
          <a:p>
            <a:pPr algn="ctr"/>
            <a:r>
              <a:rPr lang="en-US" sz="1800" dirty="0">
                <a:latin typeface="Akira Expanded" panose="02000800000000000000" pitchFamily="50" charset="0"/>
              </a:rPr>
              <a:t>MSC GT</a:t>
            </a:r>
          </a:p>
        </p:txBody>
      </p:sp>
    </p:spTree>
    <p:extLst>
      <p:ext uri="{BB962C8B-B14F-4D97-AF65-F5344CB8AC3E}">
        <p14:creationId xmlns:p14="http://schemas.microsoft.com/office/powerpoint/2010/main" val="266339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139FC-6BF8-0C24-E11A-B01D1A7D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EA95D66-07D4-B718-7442-747FF09438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7530" y="780207"/>
            <a:ext cx="10296940" cy="95035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From the very starting of gaming, there are a lot of games that has inspired me to play, explore, influence and think to enjoy the gameplay also to recreate a new version it. Experiencing a lot of mechanics, dynamics and aesthetic of games that I have played so far, I do consider to make a game with some of the MDA that I have experienced. There are some of the genre that has inspired me to explore deep into such genre games and movies to. Some of the ideas or inspirations that I have taken from some of the game for my future games are from these games genres: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F5E16D3-4028-AA0C-A7D9-8AB40A05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530" y="337931"/>
            <a:ext cx="9433777" cy="487416"/>
          </a:xfrm>
        </p:spPr>
        <p:txBody>
          <a:bodyPr/>
          <a:lstStyle/>
          <a:p>
            <a:r>
              <a:rPr lang="en-US" sz="3600" dirty="0">
                <a:latin typeface="Akira Expanded" panose="02000800000000000000" pitchFamily="50" charset="0"/>
              </a:rPr>
              <a:t>GAME IDEAS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C99C3A-AD18-D896-0348-694C4B54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GAME IDEAS FOR FUTTURE GAME MAKING</a:t>
            </a: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A16470CF-3D62-913A-919B-8DB075520C09}"/>
              </a:ext>
            </a:extLst>
          </p:cNvPr>
          <p:cNvSpPr txBox="1">
            <a:spLocks/>
          </p:cNvSpPr>
          <p:nvPr/>
        </p:nvSpPr>
        <p:spPr>
          <a:xfrm>
            <a:off x="947530" y="1546612"/>
            <a:ext cx="3008671" cy="5246713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2d platformers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Shooter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Simulation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Puzzle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Strategy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Stealth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sandbox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379CE2A4-9862-9548-F85D-DB00AC9DAC16}"/>
              </a:ext>
            </a:extLst>
          </p:cNvPr>
          <p:cNvSpPr txBox="1">
            <a:spLocks/>
          </p:cNvSpPr>
          <p:nvPr/>
        </p:nvSpPr>
        <p:spPr>
          <a:xfrm>
            <a:off x="4352455" y="1967437"/>
            <a:ext cx="3008671" cy="4405062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Survival game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Battle royale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Role playing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kira Expanded" panose="02000800000000000000" pitchFamily="50" charset="0"/>
              </a:rPr>
              <a:t>Mmorpg</a:t>
            </a: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Casino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kira Expanded" panose="02000800000000000000" pitchFamily="50" charset="0"/>
              </a:rPr>
              <a:t>Moba</a:t>
            </a: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Board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Casual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Hyper casual</a:t>
            </a: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3CC1AEDC-9EC3-A2BD-9758-455F88C13DC9}"/>
              </a:ext>
            </a:extLst>
          </p:cNvPr>
          <p:cNvSpPr txBox="1">
            <a:spLocks/>
          </p:cNvSpPr>
          <p:nvPr/>
        </p:nvSpPr>
        <p:spPr>
          <a:xfrm>
            <a:off x="7757379" y="1411135"/>
            <a:ext cx="3879542" cy="3339838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b="0" i="0" kern="1200" cap="all" spc="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fighting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Rhythm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Action adventure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Survival horror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Visual novels</a:t>
            </a:r>
          </a:p>
          <a:p>
            <a:endParaRPr lang="en-US" sz="2000" dirty="0">
              <a:latin typeface="Akira Expanded" panose="02000800000000000000" pitchFamily="50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Akira Expanded" panose="02000800000000000000" pitchFamily="50" charset="0"/>
              </a:rPr>
              <a:t>Education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Akira Expanded" panose="02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45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FA406-F884-5195-5CBE-9A9A07E5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4C9C609-E260-97F6-9919-F7F9C0F0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63" y="274073"/>
            <a:ext cx="6186105" cy="513911"/>
          </a:xfrm>
        </p:spPr>
        <p:txBody>
          <a:bodyPr/>
          <a:lstStyle/>
          <a:p>
            <a:r>
              <a:rPr lang="en-US" sz="4000" dirty="0">
                <a:latin typeface="Akira Expanded" panose="02000800000000000000" pitchFamily="50" charset="0"/>
              </a:rPr>
              <a:t>2d </a:t>
            </a:r>
            <a:r>
              <a:rPr lang="en-US" sz="4000" dirty="0" err="1">
                <a:latin typeface="Akira Expanded" panose="02000800000000000000" pitchFamily="50" charset="0"/>
              </a:rPr>
              <a:t>platfomres</a:t>
            </a:r>
            <a:endParaRPr lang="en-US" sz="4000" dirty="0">
              <a:latin typeface="Akira Expanded" panose="02000800000000000000" pitchFamily="50" charset="0"/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66314F04-F10F-DA8F-DEBE-A454DB87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GAME IDEAS FOR FUTTURE GAME MAKING</a:t>
            </a:r>
          </a:p>
        </p:txBody>
      </p:sp>
    </p:spTree>
    <p:extLst>
      <p:ext uri="{BB962C8B-B14F-4D97-AF65-F5344CB8AC3E}">
        <p14:creationId xmlns:p14="http://schemas.microsoft.com/office/powerpoint/2010/main" val="135885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7395-BE03-C4E8-95D9-5C01B70E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04542-4FBC-7E0E-5D02-E872AF45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CC097B28-1707-80D4-CD01-6EA35E9B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63" y="274073"/>
            <a:ext cx="6186105" cy="513911"/>
          </a:xfrm>
        </p:spPr>
        <p:txBody>
          <a:bodyPr/>
          <a:lstStyle/>
          <a:p>
            <a:r>
              <a:rPr lang="en-US" sz="4000" dirty="0">
                <a:latin typeface="Akira Expanded" panose="02000800000000000000" pitchFamily="50" charset="0"/>
              </a:rPr>
              <a:t>Shooter games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D6F6EC9A-2386-2869-FC17-3F2E3396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GAME IDEAS FOR FUTTURE GAME MAKING</a:t>
            </a:r>
          </a:p>
        </p:txBody>
      </p:sp>
    </p:spTree>
    <p:extLst>
      <p:ext uri="{BB962C8B-B14F-4D97-AF65-F5344CB8AC3E}">
        <p14:creationId xmlns:p14="http://schemas.microsoft.com/office/powerpoint/2010/main" val="382570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B192-B0D3-E02B-510C-E52093662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3234C-4E2E-CB50-2B1F-6080C734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79C05C68-B590-4A5E-53F6-38EEC0DBE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63" y="274073"/>
            <a:ext cx="7182720" cy="513911"/>
          </a:xfrm>
        </p:spPr>
        <p:txBody>
          <a:bodyPr/>
          <a:lstStyle/>
          <a:p>
            <a:r>
              <a:rPr lang="en-US" sz="4000" dirty="0">
                <a:latin typeface="Akira Expanded" panose="02000800000000000000" pitchFamily="50" charset="0"/>
              </a:rPr>
              <a:t>Simulation games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024CCC4D-0583-CDA6-76DF-617B66D9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GAME IDEAS FOR FUTTURE GAME MAKING</a:t>
            </a:r>
          </a:p>
        </p:txBody>
      </p:sp>
    </p:spTree>
    <p:extLst>
      <p:ext uri="{BB962C8B-B14F-4D97-AF65-F5344CB8AC3E}">
        <p14:creationId xmlns:p14="http://schemas.microsoft.com/office/powerpoint/2010/main" val="62727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35170C-FF83-0610-5D8C-4729594B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/>
          <a:p>
            <a:fld id="{330EA680-D336-4FF7-8B7A-9848BB0A1C3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167F2-220B-C049-AC32-A334238C1EAF}"/>
              </a:ext>
            </a:extLst>
          </p:cNvPr>
          <p:cNvSpPr txBox="1"/>
          <p:nvPr/>
        </p:nvSpPr>
        <p:spPr>
          <a:xfrm>
            <a:off x="1179443" y="2767280"/>
            <a:ext cx="98331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Akira Expanded" panose="02000800000000000000" pitchFamily="50" charset="0"/>
              </a:rPr>
              <a:t>THANK YOU</a:t>
            </a:r>
            <a:endParaRPr lang="en-IN" sz="8000" dirty="0">
              <a:solidFill>
                <a:schemeClr val="bg1"/>
              </a:solidFill>
              <a:latin typeface="Akira Expanded" panose="02000800000000000000" pitchFamily="50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E031D1E-C37E-6C50-B21E-922FAEDF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/>
          <a:p>
            <a:r>
              <a:rPr lang="en-US" dirty="0"/>
              <a:t>Successful games 2019-2024</a:t>
            </a:r>
          </a:p>
        </p:txBody>
      </p:sp>
    </p:spTree>
    <p:extLst>
      <p:ext uri="{BB962C8B-B14F-4D97-AF65-F5344CB8AC3E}">
        <p14:creationId xmlns:p14="http://schemas.microsoft.com/office/powerpoint/2010/main" val="3781898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81D4CC6-3580-4AFF-ADAD-40005A217E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8E5EEF-D939-4E9B-B588-5A9B9A07F3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48AA7B-8093-4312-9C92-093E87B9931D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sharepoint/v3"/>
    <ds:schemaRef ds:uri="http://purl.org/dc/dcmitype/"/>
    <ds:schemaRef ds:uri="230e9df3-be65-4c73-a93b-d1236ebd677e"/>
    <ds:schemaRef ds:uri="71af3243-3dd4-4a8d-8c0d-dd76da1f02a5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Digital time capsule</Template>
  <TotalTime>1174</TotalTime>
  <Words>214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MS PMincho</vt:lpstr>
      <vt:lpstr>Akira Expanded</vt:lpstr>
      <vt:lpstr>Arial</vt:lpstr>
      <vt:lpstr>Calibri</vt:lpstr>
      <vt:lpstr>Courier New</vt:lpstr>
      <vt:lpstr>Mangal</vt:lpstr>
      <vt:lpstr>Custom</vt:lpstr>
      <vt:lpstr>GAME IDEAS FOR Future     game making </vt:lpstr>
      <vt:lpstr>GAME IDEAS</vt:lpstr>
      <vt:lpstr>2d platfomres</vt:lpstr>
      <vt:lpstr>Shooter games</vt:lpstr>
      <vt:lpstr>Simulation games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Atlkm .</dc:creator>
  <cp:lastModifiedBy>Atlkm .</cp:lastModifiedBy>
  <cp:revision>585</cp:revision>
  <dcterms:created xsi:type="dcterms:W3CDTF">2024-10-17T16:39:03Z</dcterms:created>
  <dcterms:modified xsi:type="dcterms:W3CDTF">2024-11-07T05:37:19Z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